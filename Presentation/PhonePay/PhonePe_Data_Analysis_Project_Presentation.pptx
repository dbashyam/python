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Name: </a:t>
            </a:r>
            <a:r>
              <a:rPr lang="en-US" sz="1800" dirty="0"/>
              <a:t>Dinesh Babu Bashyam</a:t>
            </a:r>
            <a:endParaRPr sz="1800" dirty="0"/>
          </a:p>
          <a:p>
            <a:r>
              <a:rPr sz="1800" dirty="0"/>
              <a:t>Role: Data Analyst / Data Science Enthusiast</a:t>
            </a:r>
          </a:p>
          <a:p>
            <a:r>
              <a:rPr sz="1800" dirty="0"/>
              <a:t>Technical Skills: Python, SQL, Data Visualization, </a:t>
            </a:r>
            <a:r>
              <a:rPr sz="1800" dirty="0" err="1"/>
              <a:t>Streamlit</a:t>
            </a:r>
            <a:r>
              <a:rPr sz="1800" dirty="0"/>
              <a:t>, PostgreSQL</a:t>
            </a:r>
          </a:p>
          <a:p>
            <a:r>
              <a:rPr sz="1800" dirty="0"/>
              <a:t>Interest Areas: Business Analytics, Data-Driven Product Development, FinTech Insights</a:t>
            </a:r>
          </a:p>
          <a:p>
            <a:r>
              <a:rPr sz="1800" dirty="0"/>
              <a:t>Project Focus: Real-time analysis and dashboarding of digital payments data from </a:t>
            </a:r>
            <a:r>
              <a:rPr sz="1800" dirty="0" err="1"/>
              <a:t>PhonePe</a:t>
            </a:r>
            <a:r>
              <a:rPr sz="1800" dirty="0"/>
              <a:t> Pulse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The rise of digital payment platforms like </a:t>
            </a:r>
            <a:r>
              <a:rPr sz="1800" dirty="0" err="1"/>
              <a:t>PhonePe</a:t>
            </a:r>
            <a:r>
              <a:rPr sz="1800" dirty="0"/>
              <a:t> generates massive volumes of transaction and user data.</a:t>
            </a:r>
          </a:p>
          <a:p>
            <a:r>
              <a:rPr sz="1800" dirty="0"/>
              <a:t>Businesses need to understand user behavior, transaction patterns, and insurance data for:</a:t>
            </a:r>
          </a:p>
          <a:p>
            <a:r>
              <a:rPr sz="1800" dirty="0"/>
              <a:t>- Improved services</a:t>
            </a:r>
          </a:p>
          <a:p>
            <a:r>
              <a:rPr sz="1800" dirty="0"/>
              <a:t>- Enhanced marketing strategies</a:t>
            </a:r>
          </a:p>
          <a:p>
            <a:r>
              <a:rPr sz="1800" dirty="0"/>
              <a:t>- Efficient fraud detection</a:t>
            </a:r>
          </a:p>
          <a:p>
            <a:r>
              <a:rPr sz="1800" dirty="0"/>
              <a:t>This project analyzes and visualizes </a:t>
            </a:r>
            <a:r>
              <a:rPr sz="1800" dirty="0" err="1"/>
              <a:t>PhonePe</a:t>
            </a:r>
            <a:r>
              <a:rPr sz="1800" dirty="0"/>
              <a:t> data to extract actionable insights across multiple business domains.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Customer Segmentation</a:t>
            </a:r>
          </a:p>
          <a:p>
            <a:r>
              <a:rPr sz="1800"/>
              <a:t>- Fraud Detection</a:t>
            </a:r>
          </a:p>
          <a:p>
            <a:r>
              <a:rPr sz="1800"/>
              <a:t>- Geographic Insights (State &amp; District Levels)</a:t>
            </a:r>
          </a:p>
          <a:p>
            <a:r>
              <a:rPr sz="1800"/>
              <a:t>- Payment Category Performance</a:t>
            </a:r>
          </a:p>
          <a:p>
            <a:r>
              <a:rPr sz="1800"/>
              <a:t>- User Engagement Monitoring</a:t>
            </a:r>
          </a:p>
          <a:p>
            <a:r>
              <a:rPr sz="1800"/>
              <a:t>- Insurance Insights</a:t>
            </a:r>
          </a:p>
          <a:p>
            <a:r>
              <a:rPr sz="1800"/>
              <a:t>- Marketing Campaign Optimization</a:t>
            </a:r>
          </a:p>
          <a:p>
            <a:r>
              <a:rPr sz="1800"/>
              <a:t>- Trend Forecasting</a:t>
            </a:r>
          </a:p>
          <a:p>
            <a:r>
              <a:rPr sz="1800"/>
              <a:t>- Competitive Benchmarking</a:t>
            </a:r>
          </a:p>
          <a:p>
            <a:r>
              <a:rPr sz="1800"/>
              <a:t>- Product Development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1. Data Extraction: Clone GitHub repo with </a:t>
            </a:r>
            <a:r>
              <a:rPr sz="1800" dirty="0" err="1"/>
              <a:t>PhonePe</a:t>
            </a:r>
            <a:r>
              <a:rPr sz="1800" dirty="0"/>
              <a:t> Pulse data</a:t>
            </a:r>
          </a:p>
          <a:p>
            <a:r>
              <a:rPr sz="1800" dirty="0"/>
              <a:t>2. Data Loading: Parse JSON files and load into PostgreSQL</a:t>
            </a:r>
          </a:p>
          <a:p>
            <a:r>
              <a:rPr sz="1800" dirty="0"/>
              <a:t>3. SQL Table Creation: Aggregated, Map, and Top-level Tables</a:t>
            </a:r>
          </a:p>
          <a:p>
            <a:r>
              <a:rPr sz="1800" dirty="0"/>
              <a:t>4. Data Analysis in Python: SQL + Pandas </a:t>
            </a:r>
            <a:r>
              <a:rPr sz="1800"/>
              <a:t>+ Matplotlib</a:t>
            </a:r>
            <a:endParaRPr sz="1800" dirty="0"/>
          </a:p>
          <a:p>
            <a:r>
              <a:rPr sz="1800" dirty="0"/>
              <a:t>5. Dashboarding: Build interactive UI using </a:t>
            </a:r>
            <a:r>
              <a:rPr sz="1800" dirty="0" err="1"/>
              <a:t>Streamlit</a:t>
            </a:r>
            <a:endParaRPr sz="1800" dirty="0"/>
          </a:p>
          <a:p>
            <a:r>
              <a:rPr sz="1800" dirty="0"/>
              <a:t>6. Insights &amp;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Aggregated Tables:</a:t>
            </a:r>
          </a:p>
          <a:p>
            <a:r>
              <a:rPr sz="1800"/>
              <a:t>- aggregated_user, aggregated_transaction, aggregated_insurance</a:t>
            </a:r>
          </a:p>
          <a:p>
            <a:r>
              <a:rPr sz="1800"/>
              <a:t>Map Tables:</a:t>
            </a:r>
          </a:p>
          <a:p>
            <a:r>
              <a:rPr sz="1800"/>
              <a:t>- map_user, map_map, map_insurance</a:t>
            </a:r>
          </a:p>
          <a:p>
            <a:r>
              <a:rPr sz="1800"/>
              <a:t>Top Tables:</a:t>
            </a:r>
          </a:p>
          <a:p>
            <a:r>
              <a:rPr sz="1800"/>
              <a:t>- top_user, top_map, top_insurance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 &amp; Visual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Created dynamic dashboards with filters for State, District, and Category</a:t>
            </a:r>
          </a:p>
          <a:p>
            <a:r>
              <a:rPr sz="1800"/>
              <a:t>- Used charts for:</a:t>
            </a:r>
          </a:p>
          <a:p>
            <a:r>
              <a:rPr sz="1800"/>
              <a:t>  • Top states and districts by transaction volume</a:t>
            </a:r>
          </a:p>
          <a:p>
            <a:r>
              <a:rPr sz="1800"/>
              <a:t>  • Payment trends over time</a:t>
            </a:r>
          </a:p>
          <a:p>
            <a:r>
              <a:rPr sz="1800"/>
              <a:t>  • Insurance product performance</a:t>
            </a:r>
          </a:p>
          <a:p>
            <a:r>
              <a:rPr sz="1800"/>
              <a:t>- Real-time data interaction enabled via 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- Southern states lead in digital payment adoption</a:t>
            </a:r>
          </a:p>
          <a:p>
            <a:r>
              <a:rPr sz="1800"/>
              <a:t>- Insurance transactions are increasing steadily post-pandemic</a:t>
            </a:r>
          </a:p>
          <a:p>
            <a:r>
              <a:rPr sz="1800"/>
              <a:t>- Pin codes in urban regions show higher user activity</a:t>
            </a:r>
          </a:p>
          <a:p>
            <a:r>
              <a:rPr sz="1800"/>
              <a:t>- Suggest focusing marketing campaigns in emerging districts</a:t>
            </a:r>
          </a:p>
          <a:p>
            <a:r>
              <a:rPr sz="1800"/>
              <a:t>- Identify patterns for fraud prevention in high-variance areas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367</Words>
  <Application>Microsoft Office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About Me</vt:lpstr>
      <vt:lpstr>Project Problem Statement</vt:lpstr>
      <vt:lpstr>Business Use Cases Covered</vt:lpstr>
      <vt:lpstr>Project Workflow</vt:lpstr>
      <vt:lpstr>Database Structure</vt:lpstr>
      <vt:lpstr>Streamlit Dashboard &amp; Visual Insights</vt:lpstr>
      <vt:lpstr>Insights and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Dinesh Babu Bashyam</cp:lastModifiedBy>
  <cp:revision>3</cp:revision>
  <dcterms:created xsi:type="dcterms:W3CDTF">2013-01-27T09:14:16Z</dcterms:created>
  <dcterms:modified xsi:type="dcterms:W3CDTF">2025-07-04T07:50:58Z</dcterms:modified>
  <cp:category/>
</cp:coreProperties>
</file>